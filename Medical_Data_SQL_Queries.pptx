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1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2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558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901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543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8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224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3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668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273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260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069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5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Medical Data SQL Queries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779684"/>
            <a:ext cx="5618515" cy="991099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A compilation of SQL commands for patient data analysis</a:t>
            </a:r>
            <a:endParaRPr lang="en-US" dirty="0"/>
          </a:p>
          <a:p>
            <a:r>
              <a:rPr lang="en-US" dirty="0"/>
              <a:t>Presented By :- Nakul Saxena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first_name, last_name, gender FROM patients WHERE gender = 'M';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8A5102-36CA-52CB-6EB4-50B76DEA0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544" y="3259907"/>
            <a:ext cx="2648320" cy="18290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first_name, last_name FROM patients WHERE allergies IS NULL;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1355B-DE43-CBC6-0688-0AC47F314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575" y="3682526"/>
            <a:ext cx="2753109" cy="18385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first_name FROM patients WHERE first_name LIKE 'C%';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7329AC-FE26-6F0A-3910-5C83EAC62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982" y="3428999"/>
            <a:ext cx="2295845" cy="21148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first_name, last_name FROM patients WHERE weight BETWEEN 100 AND 120;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8308F4-5C6D-97AE-C77C-50A8800BE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908" y="3336943"/>
            <a:ext cx="2238687" cy="17147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UPDATE patients SET allergies = 'NKA' WHERE allergies IS NULL;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5F371F-B4FA-52C6-28AF-70F62ED7A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086" y="3111574"/>
            <a:ext cx="6722747" cy="2145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CONCAT(first_name, ' ', last_name) AS full_name FROM patients;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4F99E0-BE19-CA8B-0A06-FDA2CA9BD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919" y="3429000"/>
            <a:ext cx="2010056" cy="19528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p.first_name, p.last_name, prov.province_name FROM patients p JOIN province prov ON p.province_id = prov.province_id;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F74EB-E003-C8A5-9E74-D3657BEDE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327" y="3863181"/>
            <a:ext cx="3172268" cy="18957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COUNT(*) FROM patients WHERE YEAR(birth_date) = 2010;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D2D08-3C21-87C6-7AFF-FF1BC20BE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150" y="3186808"/>
            <a:ext cx="1305107" cy="18957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first_name, last_name, height FROM patients ORDER BY height DESC LIMIT 1;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EEB74-7581-8F94-4325-E1162F8C2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547" y="3355551"/>
            <a:ext cx="2743583" cy="21148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* FROM patients WHERE patient_id IN (1, 45, 534, 879, 1000);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7729F3-949C-8AB4-E7D5-F2E35CCA9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84548"/>
            <a:ext cx="7925906" cy="18195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COUNT(*) FROM admissions;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0D89C6-7B90-C504-760B-168122A65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801" y="2714906"/>
            <a:ext cx="2105319" cy="19052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* FROM admissions WHERE admission_date = discharge_date;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599E9-C5E0-E099-E305-35C0A0A0A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30914"/>
            <a:ext cx="8249801" cy="18671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COUNT(*) FROM admissions WHERE patient_id = 579;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3D668-ACBA-6045-24CE-8889787C7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586" y="3044548"/>
            <a:ext cx="1590897" cy="198147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DISTINCT city FROM patients WHERE province_id = 'NS';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5E49F0-5DB7-B4E7-BA4A-4CAB17300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576" y="3313540"/>
            <a:ext cx="1457528" cy="17814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first_name, last_name, birth_date FROM patients WHERE height &gt; 160 AND weight &gt; 70;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DEBCA9-C480-4931-73FB-EE8A6A8F8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029" y="3560971"/>
            <a:ext cx="3362794" cy="19624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DISTINCT YEAR(birth_date) AS birth_year FROM patients ORDER BY birth_year ASC;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093EAA-D5FE-6713-3D6F-881A7EBA1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604" y="3428999"/>
            <a:ext cx="1914792" cy="20005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first_name FROM patients GROUP BY first_name HAVING COUNT(*) = 1;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E5ABB6-3801-1D13-0408-8082D4D68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315" y="3150990"/>
            <a:ext cx="1743318" cy="18481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patient_id, first_name FROM patients WHERE first_name LIKE 's%s' AND LENGTH(first_name) &gt;= 6;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124DFC-FEF2-8A75-F1D7-2D96F6D43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419" y="3757276"/>
            <a:ext cx="2229161" cy="18481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p.patient_id, p.first_name, p.last_name FROM patients p JOIN admissions a ON p.patient_id = a.patient_id WHERE a.diagnosis = 'Dementia';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D5E7D2-37D2-D7EB-69B0-F87DD9815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033" y="3863181"/>
            <a:ext cx="3057952" cy="18957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first_name FROM patients ORDER BY LENGTH(first_name), first_name;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4E4971-E564-5A3B-08AF-53ABCCB84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218" y="3255144"/>
            <a:ext cx="1657581" cy="183858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COUNT(CASE WHEN gender = 'M' THEN 1 END) AS male_count, COUNT(CASE WHEN gender = 'F' THEN 1 END) AS female_count FROM patients;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48B470-59B0-D8F5-959A-40EE3F9A9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66" y="3984415"/>
            <a:ext cx="2448267" cy="20100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COUNT(CASE WHEN gender = 'M' THEN 1 END) AS male_count, COUNT(CASE WHEN gender = 'F' THEN 1 END) AS female_count FROM patients;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0383B6-70CE-E2C9-EF71-D0DE51C51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680" y="3863181"/>
            <a:ext cx="2267266" cy="205768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patient_id, diagnosis FROM admissions GROUP BY patient_id, diagnosis HAVING COUNT(*) &gt; 1;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6F1158-8AB2-EEBA-F3DF-C81E750DD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234" y="3717932"/>
            <a:ext cx="3429479" cy="186716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city, COUNT(*) AS total_patients FROM patients GROUP BY city ORDER BY total_patients DESC, city ASC;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AFE7FA-9AE6-5A75-45B6-3EBDA1360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323" y="3577959"/>
            <a:ext cx="2667372" cy="18290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first_name, last_name, 'Patient' AS role FROM patients UNION SELECT first_name, last_name, 'Doctor' AS role FROM doctors;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13B3B-3621-FBC7-5332-90880E3E1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154" y="3531978"/>
            <a:ext cx="2734057" cy="200052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allergies, COUNT(*) AS frequency FROM patients WHERE allergies IS NOT NULL GROUP BY allergies ORDER BY frequency DESC;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796017-809C-C8E8-85EB-BD2D26423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656" y="3770517"/>
            <a:ext cx="2238687" cy="200052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first_name, last_name, birth_date FROM patients WHERE YEAR(birth_date) BETWEEN 1970 AND 1979 ORDER BY birth_date ASC;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7ADDA-EE6D-A561-AD58-F553C00E0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941" y="3863181"/>
            <a:ext cx="3477110" cy="19147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CONCAT(UPPER(last_name), ',', LOWER(first_name)) AS full_name FROM patients ORDER BY LOWER(first_name) DESC;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AC63E-C6E4-0715-7CF3-6077C807D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498" y="3646295"/>
            <a:ext cx="2067213" cy="177189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province_id, SUM(height) AS total_height FROM patients GROUP BY province_id HAVING SUM(height) &gt;= 7000;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D8110A-9FC6-F365-B651-52960A70A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524" y="3609745"/>
            <a:ext cx="2676899" cy="164805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MAX(weight) - MIN(weight) AS weight_difference FROM patients WHERE last_name = 'Maroni';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AA6705-AAFA-BB1F-8D14-5C8AB3F93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419" y="3409122"/>
            <a:ext cx="1867161" cy="141942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DAY(admission_date) AS day, COUNT(*) AS admissions_count FROM admissions GROUP BY DAY(admission_date) ORDER BY admissions_count DESC;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58E6EB-506E-D0F5-36A8-7729103D1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550" y="3863181"/>
            <a:ext cx="2229161" cy="201005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FLOOR(weight / 10) * 10 AS weight_group, COUNT(*) AS total FROM patients GROUP BY weight_group ORDER BY weight_group DESC;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4676D3-15FE-61FA-C415-5323E98DC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946" y="3863181"/>
            <a:ext cx="2372056" cy="180047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patient_id, weight, height, CASE WHEN (weight / POWER(height / 100.0, 2)) &gt;= 30 THEN 1 ELSE 0 END AS isObese FROM patients;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A82611-23D9-4E94-303A-7C1ADD5BC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129" y="3823424"/>
            <a:ext cx="3343742" cy="185763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p.patient_id, p.first_name, p.last_name, d.specialty FROM patients p JOIN admissions a ON p.patient_id = a.patient_id JOIN doctors d ON a.doctor_id = d.doctor_id WHERE a.diagnosis = 'Epilepsy' AND d.first_name = 'Lisa';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E96181-B332-03CB-CE10-71FDA1B1A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228" y="3871375"/>
            <a:ext cx="4525006" cy="186716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p.patient_id, CONCAT(p.patient_id, LENGTH(p.last_name), YEAR(p.birth_date)) AS temp_password FROM patients p JOIN admissions a ON p.patient_id = a.patient_id GROUP BY p.patient_id, p.last_name, p.birth_date;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299D2F-93CD-2B9B-AB89-45C467317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274" y="4191936"/>
            <a:ext cx="3210373" cy="16956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70</TotalTime>
  <Words>998</Words>
  <Application>Microsoft Office PowerPoint</Application>
  <PresentationFormat>On-screen Show (4:3)</PresentationFormat>
  <Paragraphs>73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Gill Sans MT</vt:lpstr>
      <vt:lpstr>Gallery</vt:lpstr>
      <vt:lpstr>Medical Data SQL Queries</vt:lpstr>
      <vt:lpstr>Query 1</vt:lpstr>
      <vt:lpstr>Query 2</vt:lpstr>
      <vt:lpstr>Query 3</vt:lpstr>
      <vt:lpstr>Query 4</vt:lpstr>
      <vt:lpstr>Query 5</vt:lpstr>
      <vt:lpstr>Query 6</vt:lpstr>
      <vt:lpstr>Query 7</vt:lpstr>
      <vt:lpstr>Query 8</vt:lpstr>
      <vt:lpstr>Query 9</vt:lpstr>
      <vt:lpstr>Query 10</vt:lpstr>
      <vt:lpstr>Query 11</vt:lpstr>
      <vt:lpstr>Query 12</vt:lpstr>
      <vt:lpstr>Query 13</vt:lpstr>
      <vt:lpstr>Query 14</vt:lpstr>
      <vt:lpstr>Query 15</vt:lpstr>
      <vt:lpstr>Query 16</vt:lpstr>
      <vt:lpstr>Query 17</vt:lpstr>
      <vt:lpstr>Query 18</vt:lpstr>
      <vt:lpstr>Query 19</vt:lpstr>
      <vt:lpstr>Query 20</vt:lpstr>
      <vt:lpstr>Query 21</vt:lpstr>
      <vt:lpstr>Query 22</vt:lpstr>
      <vt:lpstr>Query 23</vt:lpstr>
      <vt:lpstr>Query 24</vt:lpstr>
      <vt:lpstr>Query 25</vt:lpstr>
      <vt:lpstr>Query 26</vt:lpstr>
      <vt:lpstr>Query 27</vt:lpstr>
      <vt:lpstr>Query 28</vt:lpstr>
      <vt:lpstr>Query 29</vt:lpstr>
      <vt:lpstr>Query 30</vt:lpstr>
      <vt:lpstr>Query 31</vt:lpstr>
      <vt:lpstr>Query 32</vt:lpstr>
      <vt:lpstr>Query 33</vt:lpstr>
      <vt:lpstr>Query 34</vt:lpstr>
      <vt:lpstr>Query 35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Nakul</dc:creator>
  <cp:keywords/>
  <dc:description>generated using python-pptx</dc:description>
  <cp:lastModifiedBy>Nakul</cp:lastModifiedBy>
  <cp:revision>2</cp:revision>
  <dcterms:created xsi:type="dcterms:W3CDTF">2013-01-27T09:14:16Z</dcterms:created>
  <dcterms:modified xsi:type="dcterms:W3CDTF">2025-04-09T08:13:10Z</dcterms:modified>
  <cp:category/>
</cp:coreProperties>
</file>